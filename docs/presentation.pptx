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Cloud Cost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CDDEE"/>
                </a:solidFill>
              </a:rPr>
              <a:t>&amp; Remediation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AACCEE"/>
                </a:solidFill>
              </a:rPr>
              <a:t>2026 New Hire Graduate
Vibe Coding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EE"/>
                </a:solidFill>
              </a:rPr>
              <a:t>Candidate: Pritam Chatterjee  |  Project: FinOps — Project #1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Built with GitHub Copilot
(No manual code edits)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Azure cloud waste is invisible — until it's expensive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•  Orphaned disks, idle VMs, cold storage and unused services silently accumulate cost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•  Manual audits are time-consuming, error-prone and never run often enough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•  Teams lack a single-pane view of waste + actionable remediation scripts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•  No automated mechanism to translate findings into executable cleanup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645920"/>
            <a:ext cx="3383280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691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FF"/>
                </a:solidFill>
              </a:rPr>
              <a:t>avg cloud spend
is wasted (Gartner)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13064" y="3291840"/>
            <a:ext cx="3383280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58784" y="3337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3931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FF"/>
                </a:solidFill>
              </a:rPr>
              <a:t>resource types
to audit manually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2208" y="4937760"/>
            <a:ext cx="3383280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67928" y="4983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5577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FF"/>
                </a:solidFill>
              </a:rPr>
              <a:t>per audit cycle
without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Cloud Cost Optimizer &amp; Remediation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5389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🔍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Enumerates all resources via Azure Resource Graph + ARM across 10 resource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84832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1214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💰 Quantify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3055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Pulls 30-day cost data from Azure Cost Management per resource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52344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📊 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98063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Interrogates Azure Monitor metrics — CPU, HTTP requests, connections, invocations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19856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4564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⚠️ 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65576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Assigns severity (High / Medium / Low) + estimates monthly savings per finding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87368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12394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🛠️ Remediate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133087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Generates ready-to-run PowerShell tagging + deletion scripts, zipped for download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7914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📈 Visualise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Secure React dashboard showing KPIs, findings table, job history, script download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22392"/>
            <a:ext cx="201168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458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⏰ Schedule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46811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Nightly Container App Job cron (0 2 * * * UTC) — fully automated, zero-touch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Python · FastAPI · React · Azure Container Apps · Terraform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333333"/>
                </a:solidFill>
                <a:latin typeface="Courier New"/>
              </a:rPr>
              <a:t>Browser  →  Azure Container App (</a:t>
            </a:r>
            <a:r>
              <a:rPr lang="en-US" sz="1300" dirty="0">
                <a:solidFill>
                  <a:srgbClr val="333333"/>
                </a:solidFill>
                <a:latin typeface="Courier New"/>
              </a:rPr>
              <a:t>***</a:t>
            </a:r>
            <a:r>
              <a:rPr sz="1300" dirty="0">
                <a:solidFill>
                  <a:srgbClr val="333333"/>
                </a:solidFill>
                <a:latin typeface="Courier New"/>
              </a:rPr>
              <a:t>app01)
              ├── Easy Auth — Entra ID MFA
              └── </a:t>
            </a:r>
            <a:r>
              <a:rPr sz="1300" dirty="0" err="1">
                <a:solidFill>
                  <a:srgbClr val="333333"/>
                </a:solidFill>
                <a:latin typeface="Courier New"/>
              </a:rPr>
              <a:t>FastAPI</a:t>
            </a:r>
            <a:r>
              <a:rPr sz="1300" dirty="0">
                <a:solidFill>
                  <a:srgbClr val="333333"/>
                </a:solidFill>
                <a:latin typeface="Courier New"/>
              </a:rPr>
              <a:t> + React SPA (port 8000)
                        ├──► Azure Resource Graph API   (enumerate all resources)
                        ├──► Azure Cost Management API  (30-day cost per resource)
                        ├──► Azure Monitor Metrics API  (CPU, HTTP, connections)
                        └──► ARM Resources API          (disk state, properties)
Container App Job (</a:t>
            </a:r>
            <a:r>
              <a:rPr lang="en-US" sz="1300" dirty="0">
                <a:solidFill>
                  <a:srgbClr val="333333"/>
                </a:solidFill>
                <a:latin typeface="Courier New"/>
              </a:rPr>
              <a:t>***</a:t>
            </a:r>
            <a:r>
              <a:rPr sz="1300" dirty="0">
                <a:solidFill>
                  <a:srgbClr val="333333"/>
                </a:solidFill>
                <a:latin typeface="Courier New"/>
              </a:rPr>
              <a:t>job01)  →  Cron: 0 2 * * * UTC
Azure Storage Account  →  optimizer-</a:t>
            </a:r>
            <a:r>
              <a:rPr sz="1300" dirty="0" err="1">
                <a:solidFill>
                  <a:srgbClr val="333333"/>
                </a:solidFill>
                <a:latin typeface="Courier New"/>
              </a:rPr>
              <a:t>db</a:t>
            </a:r>
            <a:r>
              <a:rPr sz="1300" dirty="0">
                <a:solidFill>
                  <a:srgbClr val="333333"/>
                </a:solidFill>
                <a:latin typeface="Courier New"/>
              </a:rPr>
              <a:t> (SQLite blob) + optimizer-exports (PS1 scripts)
Azure Key Vault         →  SAS tokens — never in code or env vars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Gets Detected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10 Azure Resource Types — Automated Waste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Resource Type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Detection Logic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Virtual Machines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Avg CPU &lt; 5% over 30 days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AKS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Node CPU &lt; 10% over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Managed Disks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diskState == Unattached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App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Zero HTTP requests in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Functions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Zero invocations in 30 days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Logic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Zero run history in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ADF Pipelines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Zero pipeline runs in 30 days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SQL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Zero connections in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Cosmos DB Accounts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Zero requests in 30 days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Storage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No transactions in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Secure · Authenticated · Real-time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200400" cy="777240"/>
          </a:xfrm>
          <a:prstGeom prst="rect">
            <a:avLst/>
          </a:prstGeom>
          <a:solidFill>
            <a:srgbClr val="F2F4F7"/>
          </a:solidFill>
          <a:ln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A70"/>
                </a:solidFill>
              </a:rPr>
              <a:t>💡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Total waste ($), findings count, resources scanned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3200400" cy="777240"/>
          </a:xfrm>
          <a:prstGeom prst="rect">
            <a:avLst/>
          </a:prstGeom>
          <a:solidFill>
            <a:srgbClr val="F2F4F7"/>
          </a:solidFill>
          <a:ln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A70"/>
                </a:solidFill>
              </a:rPr>
              <a:t>📋 Findings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Filterable by severity, resource type, subscription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3200400" cy="777240"/>
          </a:xfrm>
          <a:prstGeom prst="rect">
            <a:avLst/>
          </a:prstGeom>
          <a:solidFill>
            <a:srgbClr val="F2F4F7"/>
          </a:solidFill>
          <a:ln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A70"/>
                </a:solidFill>
              </a:rPr>
              <a:t>📥 Script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13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ZIP of PowerShell tagging + deletion scripts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3200400" cy="777240"/>
          </a:xfrm>
          <a:prstGeom prst="rect">
            <a:avLst/>
          </a:prstGeom>
          <a:solidFill>
            <a:srgbClr val="F2F4F7"/>
          </a:solidFill>
          <a:ln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A70"/>
                </a:solidFill>
              </a:rPr>
              <a:t>🕐 Job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Every pipeline run with status and duration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49240"/>
            <a:ext cx="3200400" cy="777240"/>
          </a:xfrm>
          <a:prstGeom prst="rect">
            <a:avLst/>
          </a:prstGeom>
          <a:solidFill>
            <a:srgbClr val="F2F4F7"/>
          </a:solidFill>
          <a:ln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36752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A70"/>
                </a:solidFill>
              </a:rPr>
              <a:t>🔐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33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Azure Entra ID Easy Auth — MFA enforced at platform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463040"/>
            <a:ext cx="7955279" cy="5120640"/>
          </a:xfrm>
          <a:prstGeom prst="rect">
            <a:avLst/>
          </a:prstGeom>
          <a:solidFill>
            <a:srgbClr val="F2F4F7"/>
          </a:solidFill>
          <a:ln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0" y="292608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3A70"/>
                </a:solidFill>
              </a:rPr>
              <a:t>📸  See docs/screenshots/image2.png
React Dashboard — Authenticated View
KPIs · Findings Table · Remediation Script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Zero-trust · MFA · Key Vault · No secrets in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Security Layer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Entra ID Easy Auth — platform-managed, zero app code required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Enforced via tenant Conditional Access policy on all logins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Authorization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Service Principal: Reader + Cost Management Reader roles only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Secret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Key Vault — SAS URLs fetched at runtime, never in code or env vars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Transport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HTTPS enforced at Container App ingress layer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Container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Managed Identity + SP credentials via Key Vault secret 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Azure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Fully Terraform IaC — Repeatable · Version-Controlled · Zero Manual Clicks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Container Registry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333333"/>
                          </a:solidFill>
                        </a:rPr>
                        <a:t>acr</a:t>
                      </a: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***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Stores container image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Container App (API+SPA)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***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min=1 replica · 0.5vCPU / 1Gi · Easy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Container App Job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***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job01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Cron 0 2 * * * UTC · 30-min max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Key 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***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-test-1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SAS tokens as secrets · SP access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Storage Account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***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teststg1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optimizer-db (SQLite) + optimizer-exports (scripts)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Container App 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cae-cost-optimizer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Log Analytics Workspace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A70"/>
                </a:solidFill>
              </a:rPr>
              <a:t>All infrastructure defined in infra/*.tf — acr.tf · keyvault.tf · storage.tf · container_app.tf · variables.tf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Python-first · API-first · Free-tier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Backend API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Python 3.11 · FastAPI · SQLAlchemy · uvicorn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SQLite (blob-backed) — upgrade path: PostgreSQL / MySQL / SQL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React 18 · Vite · Tailwind CSS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Multi-stage Docker build (Node → Python) · single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Cloud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Container Apps · Azure Container Registry · East US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IaC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Terraform (azurerm ~&gt; 3.110) — full infra as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CI/CD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Pipelines (azure-pipelines.yml)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Entra ID Easy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Secrets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Azure Key Vault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AI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GitHub Copilot — end-to-end, no manual code edits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Vibe Coding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"Lead Architect mode: ON — I am the architect; Copilot is the engineer"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No manual code edits — every line generated by GitHub Copilot via structured prompts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Full audit log in prompts.md — 971 lines of every instruction given to the AI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Same AI tool end-to-end — GitHub Copilot in VS Code throughout the entire build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MVP delivered within the challenge time window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Bugs described in natural language → AI provided all fixes, no copy-paste edits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Every design trade-off documented in DESIGN_AND_ARCHITECTURE_v1.0.md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•  Architecture decisions made by human; implementation fully delegated to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554480"/>
            <a:ext cx="3474720" cy="4937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CFF"/>
                </a:solidFill>
              </a:rPr>
              <a:t>lines in
prompts.md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7763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CFF"/>
                </a:solidFill>
              </a:rPr>
              <a:t>resource types
analysed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029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5623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CFF"/>
                </a:solidFill>
              </a:rPr>
              <a:t>lines of code
written manually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All 5 submission requirements met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Tagle.ai Tag output summary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documents/Tagle assessment &amp; other screenshots.docx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Public GitHub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github.com/priamc09/cloud-cost-remediation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prompts.md audit log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971 lines — full prompt history from first message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AI-generated Presentation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docs/presentation.pptx (this deck)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Cloud resources decommissioned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Container App returns HTTP 404 — App stopped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37160" cy="13716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Agentic Orchestration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A non-trivial, production-grade system built entirely through AI prompting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137160" cy="13716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Architecture thinking &gt; 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Human value lies in system design, trade-off decisions, and prompt 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74720"/>
            <a:ext cx="137160" cy="13716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FinOps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Cloud waste is a real problem — automated detection + remediation delivers immediate 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26280"/>
            <a:ext cx="137160" cy="13716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Security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73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Easy Auth + Key Vault + MFA baked in from day one, not bolted on after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577840"/>
            <a:ext cx="137160" cy="13716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IaC is non-negotiable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24727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Terraform ensures reproducible, auditable infrastructure with zero manual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7799BB"/>
                </a:solidFill>
              </a:rPr>
              <a:t>Built with GitHub Copilot  |  </a:t>
            </a:r>
            <a:r>
              <a:rPr lang="en-US" sz="1100" b="0" dirty="0">
                <a:solidFill>
                  <a:srgbClr val="7799BB"/>
                </a:solidFill>
              </a:rPr>
              <a:t>*** </a:t>
            </a:r>
            <a:r>
              <a:rPr sz="1100" b="0" dirty="0">
                <a:solidFill>
                  <a:srgbClr val="7799BB"/>
                </a:solidFill>
              </a:rPr>
              <a:t> 2026 New Hire Graduate Vibe Coding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1217</Words>
  <Application>Microsoft Office PowerPoint</Application>
  <PresentationFormat>Custom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Chatterjee, Pritam</cp:lastModifiedBy>
  <cp:revision>3</cp:revision>
  <dcterms:created xsi:type="dcterms:W3CDTF">2013-01-27T09:14:16Z</dcterms:created>
  <dcterms:modified xsi:type="dcterms:W3CDTF">2026-05-11T15:58:13Z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6ee112-9e5c-4f16-b63d-fcad06e1707e_Enabled">
    <vt:lpwstr>true</vt:lpwstr>
  </property>
  <property fmtid="{D5CDD505-2E9C-101B-9397-08002B2CF9AE}" pid="3" name="MSIP_Label_fe6ee112-9e5c-4f16-b63d-fcad06e1707e_SetDate">
    <vt:lpwstr>2026-05-11T15:57:12Z</vt:lpwstr>
  </property>
  <property fmtid="{D5CDD505-2E9C-101B-9397-08002B2CF9AE}" pid="4" name="MSIP_Label_fe6ee112-9e5c-4f16-b63d-fcad06e1707e_Method">
    <vt:lpwstr>Standard</vt:lpwstr>
  </property>
  <property fmtid="{D5CDD505-2E9C-101B-9397-08002B2CF9AE}" pid="5" name="MSIP_Label_fe6ee112-9e5c-4f16-b63d-fcad06e1707e_Name">
    <vt:lpwstr>Internal Use</vt:lpwstr>
  </property>
  <property fmtid="{D5CDD505-2E9C-101B-9397-08002B2CF9AE}" pid="6" name="MSIP_Label_fe6ee112-9e5c-4f16-b63d-fcad06e1707e_SiteId">
    <vt:lpwstr>8ac76c91-e7f1-41ff-a89c-3553b2da2c17</vt:lpwstr>
  </property>
  <property fmtid="{D5CDD505-2E9C-101B-9397-08002B2CF9AE}" pid="7" name="MSIP_Label_fe6ee112-9e5c-4f16-b63d-fcad06e1707e_ActionId">
    <vt:lpwstr>ad2fade5-fc31-44aa-bd59-c5a99f63c580</vt:lpwstr>
  </property>
  <property fmtid="{D5CDD505-2E9C-101B-9397-08002B2CF9AE}" pid="8" name="MSIP_Label_fe6ee112-9e5c-4f16-b63d-fcad06e1707e_ContentBits">
    <vt:lpwstr>0</vt:lpwstr>
  </property>
  <property fmtid="{D5CDD505-2E9C-101B-9397-08002B2CF9AE}" pid="9" name="MSIP_Label_fe6ee112-9e5c-4f16-b63d-fcad06e1707e_Tag">
    <vt:lpwstr>10, 3, 0, 1</vt:lpwstr>
  </property>
</Properties>
</file>